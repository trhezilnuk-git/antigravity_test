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 10 Modern AI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the Best AI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ChatGPT (OpenAI)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The most popular conversational AI.\nKey Features:\n- Advanced natural language understanding\n- Code generation and debugging\n- Data analysis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Claude 3 (Anthropic)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A highly capable AI focusing on safety and large context.\nKey Features:\n- Massive context window (200k+ tokens)\n- Excellent at reading long documents\n- Nuanced and safer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Gemini (Google)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Google's flagship multimodal AI model.\nKey Features:\n- Native multimodal support (text, image, audio, video)\n- Deep integration with Google Workspace\n- Real-time information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Midjourney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Leading AI image generation platform.\nKey Features:\n- Unbelievably high-quality images\n- Incredibly artistic interpretations\n- Operated primarily via Discord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The most popular AI pair programmer.\nKey Features:\n- Seamless IDE integration\n- Real-time autocomplete for code\n- Translates natural language to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Perplexity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AI-powered research and search engine.\nKey Features:\n- Real-time web citations\n- Focuses on accuracy and sourcing\n- Great for deep-dive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Sora (OpenAI)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Groundbreaking AI video generation model.\nKey Features:\n- Generates up to 1-minute realistic videos\n- Follows complex prompt instructions\n- Maintains physical coherence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Suno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Advanced AI music generation tool.\nKey Features:\n- Generates full songs with vocals and instruments\n- Variety of genres and styles\n- High audio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Notion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AI seamlessly integrated into Notion.\nKey Features:\n- Brainstorming and drafting\n- Summarizing existing notes\n- Translating and organizing content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ElevenLabs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Description: State-of-the-art AI voice generator.\nKey Features:\n- Extremely realistic text-to-speech\n- Voice cloning capabilities\n- Emotional range and inflection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